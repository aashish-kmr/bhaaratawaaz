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BAIF Translator – 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This is a sample PowerPoint document for translation testing.</a:t>
            </a:r>
          </a:p>
          <a:p>
            <a:pPr>
              <a:defRPr sz="2000" b="1"/>
            </a:pPr>
            <a:r>
              <a:t>English → Marathi / Hindi</a:t>
            </a:r>
          </a:p>
          <a:p>
            <a:pPr>
              <a:defRPr sz="1800"/>
            </a:pPr>
            <a:r>
              <a:rPr sz="1800"/>
              <a:t>The translator should preserve </a:t>
            </a:r>
            <a:r>
              <a:rPr b="1" sz="1800"/>
              <a:t>bold</a:t>
            </a:r>
            <a:r>
              <a:rPr sz="1800"/>
              <a:t> and </a:t>
            </a:r>
            <a:r>
              <a:rPr i="1" sz="1800"/>
              <a:t>italic</a:t>
            </a:r>
            <a:r>
              <a:rPr sz="1800"/>
              <a:t> formatting.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Agriculture and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Agriculture is an important part of India's economy.</a:t>
            </a:r>
          </a:p>
          <a:p>
            <a:pPr>
              <a:defRPr sz="2000"/>
            </a:pPr>
            <a:r>
              <a:t>• Technology can improve farming productivity.</a:t>
            </a:r>
          </a:p>
          <a:p>
            <a:pPr>
              <a:defRPr sz="2000"/>
            </a:pPr>
            <a:r>
              <a:t>• Good communication helps teams work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Team Information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868680">
                <a:tc>
                  <a:txBody>
                    <a:bodyPr/>
                    <a:lstStyle/>
                    <a:p>
                      <a:r>
                        <a:rPr sz="1700" b="1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Role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/>
                        <a:t>Ravi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Farmer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Pune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Agriculture Officer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/>
                        <a:t>Amit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Nagpur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Field Coordinator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Long Paragraph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Sustainable agriculture and a strong rural economy are important for national development. Farmers, agriculture officers, and field coordinators work together to improve productivity, adopt better technologies, and strengthen communication between communities and organizations.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Indic Language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भारत हा एक सुंदर देश आहे.</a:t>
            </a:r>
          </a:p>
          <a:p>
            <a:pPr>
              <a:defRPr sz="2100"/>
            </a:pPr>
            <a:r>
              <a:t>भारत एक सुंदर देश है।</a:t>
            </a:r>
          </a:p>
          <a:p>
            <a:pPr>
              <a:defRPr sz="2100"/>
            </a:pPr>
            <a:r>
              <a:t>कृषी हा ग्रामीण अर्थव्यवस्थेचा महत्त्वाचा भाग आहे.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